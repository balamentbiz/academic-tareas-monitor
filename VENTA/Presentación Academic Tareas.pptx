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8229600" cy="8229600"/>
          </a:xfrm>
          <a:prstGeom prst="ellipse">
            <a:avLst/>
          </a:prstGeom>
          <a:solidFill>
            <a:srgbClr val="212E67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023360"/>
            <a:ext cx="6858000" cy="6858000"/>
          </a:xfrm>
          <a:prstGeom prst="ellipse">
            <a:avLst/>
          </a:prstGeom>
          <a:solidFill>
            <a:srgbClr val="1A2A72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120640"/>
            <a:ext cx="3108960" cy="3108960"/>
          </a:xfrm>
          <a:prstGeom prst="ellipse">
            <a:avLst/>
          </a:prstGeom>
          <a:solidFill>
            <a:srgbClr val="09A3EF"/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868680"/>
            <a:ext cx="1737360" cy="1737360"/>
          </a:xfrm>
          <a:prstGeom prst="roundRect">
            <a:avLst>
              <a:gd name="adj" fmla="val 2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109728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788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</a:t>
            </a:r>
            <a:pPr algn="ctr" indent="0" marL="0">
              <a:buNone/>
            </a:pPr>
            <a:r>
              <a:rPr lang="en-US" sz="4000" b="1" spc="800" kern="0" dirty="0">
                <a:solidFill>
                  <a:srgbClr val="87B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984248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para tener su negocio bajo control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27048" y="4343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A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Vea todo lo que pasa · Cobre todo lo que le deben · Su gente rinde más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84248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· Academic Solutions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 suena familiar?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le pasa a casi todos los negocios que crecen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276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6" name="Image 0" descr="icon_eyeoff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173223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58191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sabe si su gente trabaja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1892808"/>
            <a:ext cx="4370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 no está viendo. ¿Están trabajando o en el teléfono? Hoy no hay forma de saberlo.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6276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1" name="Image 1" descr="icon_doll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407" y="1732239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9168" y="158191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 va dinero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59168" y="1892808"/>
            <a:ext cx="4370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cliente pagó la mitad, otro quedó a deber… y con las prisas, se olvida cobrar.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69748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90779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6" name="Image 2" descr="icon_msg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3012399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286207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papelitos y WhatsApp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89888" y="3172968"/>
            <a:ext cx="4370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pedidos quedan regados en mensajes y libretas. Algo siempre se pierde.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269748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290779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21" name="Image 3" descr="icon_clo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407" y="301239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9168" y="286207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Preguntar uno por uno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59168" y="3172968"/>
            <a:ext cx="4370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saber cómo va el día, tiene que ir a preguntarle a cada quien. Y le dicen lo que quieren.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2920" y="4251960"/>
            <a:ext cx="11201400" cy="2057400"/>
          </a:xfrm>
          <a:prstGeom prst="roundRect">
            <a:avLst>
              <a:gd name="adj" fmla="val 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14400" y="466344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ve, no se puede controlar.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 que no se controla, cuesta dinero.</a:t>
            </a:r>
            <a:endParaRPr lang="en-US" sz="2200" dirty="0"/>
          </a:p>
        </p:txBody>
      </p:sp>
      <p:pic>
        <p:nvPicPr>
          <p:cNvPr id="26" name="Image 4" descr="icon_target_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4754880"/>
            <a:ext cx="105156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 este sistema?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simple: conecta a su gente y usted lo ve todo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810512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6" name="Image 0" descr="icon_cli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01168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 apunta el pedido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que atiende clientes apunta cada pedido en el programa: qué es, cuándo se entrega y cuánto cuesta.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463040"/>
            <a:ext cx="35661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50992" y="1810512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1" name="Image 1" descr="icon_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11680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 gente trabaja medida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9432" y="3383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le llega a cada quien a su pantalla. Un reloj mide cuánto tardan en empezar y en terminar.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47304" y="1463040"/>
            <a:ext cx="35661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73184" y="1810512"/>
            <a:ext cx="914400" cy="914400"/>
          </a:xfrm>
          <a:prstGeom prst="roundRect">
            <a:avLst>
              <a:gd name="adj" fmla="val 26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6" name="Image 2" descr="icon_char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2011680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Usted ve todo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21624" y="3383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su computadora ve el dinero del día, quién está trabajando y qué falta por entregar. Sin preguntar.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4892040"/>
            <a:ext cx="11201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5138928"/>
            <a:ext cx="822960" cy="822960"/>
          </a:xfrm>
          <a:prstGeom prst="roundRect">
            <a:avLst>
              <a:gd name="adj" fmla="val 28000"/>
            </a:avLst>
          </a:prstGeom>
          <a:solidFill>
            <a:srgbClr val="1D9E4B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21" name="Image 3" descr="icon_zap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31" y="5319979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50749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está conectado al momento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920240" y="54406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uno apunta, el otro lo recibe y usted lo ve — al instante. Nadie tiene que avisarle nada a nadie.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pantalla donde se apuntan los pedidos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8912" y="1307592"/>
            <a:ext cx="8677656" cy="3557016"/>
          </a:xfrm>
          <a:prstGeom prst="roundRect">
            <a:avLst>
              <a:gd name="adj" fmla="val 2314"/>
            </a:avLst>
          </a:prstGeom>
          <a:solidFill>
            <a:srgbClr val="FFFFFF"/>
          </a:solidFill>
          <a:ln w="12700">
            <a:solidFill>
              <a:srgbClr val="D5DEF2"/>
            </a:solidFill>
            <a:prstDash val="solid"/>
          </a:ln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4" name="Image 0" descr="a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8549640" cy="3429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372600" y="16276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6" name="Image 1" descr="icon_fil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207" y="1732239"/>
            <a:ext cx="266273" cy="2662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30968" y="158191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queda apuntado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0030968" y="1892808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Cliente, precio, fecha y quién lo hace.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9372600" y="267919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0" name="Image 2" descr="icon_bel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207" y="2783799"/>
            <a:ext cx="266273" cy="266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30968" y="263347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 solo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030968" y="2944368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entrega hoy y qué ya se venció.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9372600" y="373075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4" name="Image 3" descr="icon_dolla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207" y="3835359"/>
            <a:ext cx="266273" cy="2662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30968" y="36850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claros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0030968" y="3995928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pagó, quién dio anticipo, quién debe.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9372600" y="478231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8" name="Image 4" descr="icon_shiel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207" y="4886919"/>
            <a:ext cx="266273" cy="26627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30968" y="473659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se pierde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0030968" y="5047488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queda guardado y respaldado.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0292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botones grandes y claros: su gente lo aprende en una tarde.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pantalla de cada trabajador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13232" y="1307592"/>
            <a:ext cx="4014216" cy="5102352"/>
          </a:xfrm>
          <a:prstGeom prst="roundRect">
            <a:avLst>
              <a:gd name="adj" fmla="val 2050"/>
            </a:avLst>
          </a:prstGeom>
          <a:solidFill>
            <a:srgbClr val="FFFFFF"/>
          </a:solidFill>
          <a:ln w="12700">
            <a:solidFill>
              <a:srgbClr val="D5DEF2"/>
            </a:solidFill>
            <a:prstDash val="solid"/>
          </a:ln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4" name="Image 0" descr="ase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3886200" cy="4974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57800" y="144475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6" name="Image 1" descr="icon_bel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407" y="1549359"/>
            <a:ext cx="266273" cy="2662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16168" y="1399032"/>
            <a:ext cx="574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le llega solo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916168" y="1709928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suena un aviso y acepta con un clic. Si rechaza, tiene que explicar por qué.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257800" y="245059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0" name="Image 2" descr="icon_c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407" y="2555199"/>
            <a:ext cx="266273" cy="266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16168" y="2404872"/>
            <a:ext cx="574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reloj no miente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916168" y="2715768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cuánto tardó en empezar y cuánto tardó en terminar. Puede pausar para comer — ese tiempo no cuenta como trabajo.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257800" y="34564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4" name="Image 3" descr="icon_eyeoff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407" y="3561039"/>
            <a:ext cx="266273" cy="2662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16168" y="3410712"/>
            <a:ext cx="574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distrae, el sistema lo nota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916168" y="3721608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minuto de no hacer nada, le sale un aviso en TODAS sus pantallas y tiene que explicar el motivo para seguir.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257800" y="446227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8" name="Image 4" descr="icon_targe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407" y="4566879"/>
            <a:ext cx="266273" cy="26627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16168" y="4416552"/>
            <a:ext cx="574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quien tiene su meta del día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916168" y="4727448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difícil vale más y el fácil vale menos. Al completar su meta, usted lo ve.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257800" y="546811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22" name="Image 5" descr="icon_che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2407" y="5572719"/>
            <a:ext cx="266273" cy="26627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916168" y="5422392"/>
            <a:ext cx="5742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excusas y sin regaños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5916168" y="5733288"/>
            <a:ext cx="5742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estar encima de nadie: el sistema lleva la cuenta por usted.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pantalla — usted manda y usted ve todo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8912" y="1307592"/>
            <a:ext cx="8906256" cy="3986784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12700">
            <a:solidFill>
              <a:srgbClr val="D5DEF2"/>
            </a:solidFill>
            <a:prstDash val="solid"/>
          </a:ln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4" name="Image 0" descr="dir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8778240" cy="3858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55480" y="153619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6" name="Image 1" descr="icon_doll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087" y="1640799"/>
            <a:ext cx="266273" cy="2662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13848" y="149047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dinero, de frente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0213848" y="1801368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entró hoy y cuánto le deben. Sin hacer cuentas.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555480" y="249631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0" name="Image 2" descr="icon_user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087" y="2600919"/>
            <a:ext cx="266273" cy="2662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13848" y="24505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gente, en vivo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0213848" y="2761488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está trabajando, quién va al día con su meta y quién no.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9555480" y="34564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4" name="Image 3" descr="icon_pencil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087" y="3561039"/>
            <a:ext cx="266273" cy="2662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13848" y="341071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 corrige todo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10213848" y="3721608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Cambiar, reasignar o borrar cualquier pedido desde su silla.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9555480" y="441655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8" name="Image 4" descr="icon_sen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087" y="4521159"/>
            <a:ext cx="266273" cy="26627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13848" y="437083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Mande tareas a cualquiera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10213848" y="4681728"/>
            <a:ext cx="1810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la tarea, elija a la persona y le llega con aviso.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02920" y="54406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puede dar de alta a empleados nuevos usted mismo, en un minuto.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 del día, cada quien le entrega esto — solo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reporte se arma automáticamente y le llega como una foto por WhatsApp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353312"/>
            <a:ext cx="2011680" cy="513892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DEF2"/>
            </a:solidFill>
            <a:prstDash val="solid"/>
          </a:ln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5" name="Image 0" descr="reporte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1883664" cy="5010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99232" y="1353312"/>
            <a:ext cx="3474720" cy="4965192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5DEF2"/>
            </a:solidFill>
            <a:prstDash val="solid"/>
          </a:ln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7" name="Image 1" descr="reporte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417320"/>
            <a:ext cx="3346704" cy="48371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0" y="162763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9" name="Image 2" descr="icon_c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607" y="1732239"/>
            <a:ext cx="266273" cy="2662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16368" y="158191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trabajó de verdad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516368" y="1892808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de entrada, hora de salida, tiempo activo y tiempo perdido. El reloj no miente.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858000" y="279806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3" name="Image 3" descr="icon_clip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607" y="2902671"/>
            <a:ext cx="266273" cy="2662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16368" y="275234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hizo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7516368" y="3063240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tarea con su horario y cuánto tardó — incluidas las tareas que usted le mandó.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858000" y="3968496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7" name="Image 4" descr="icon_dollar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607" y="4073103"/>
            <a:ext cx="266273" cy="2662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16368" y="392277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 del día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7516368" y="4233672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se cobró y cuánto quedó pendiente por cobrar.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858000" y="513892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21" name="Image 5" descr="icon_monitor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607" y="5243535"/>
            <a:ext cx="266273" cy="26627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516368" y="509320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qué usó la computadora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516368" y="5404104"/>
            <a:ext cx="4187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programas y qué páginas abrió, y por cuánto tiempo cada una.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gana usted con esto?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8952" y="16276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5" name="Image 0" descr="icon_tren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676" y="1752356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45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trabajo terminado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8952" y="23317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gente rinde distinto cuando sabe que el tiempo se está midiendo.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58952" y="31272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9A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PRODUCCIÓN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6276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1" name="Image 1" descr="icon_doll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68" y="175235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645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dinero cobrado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81144" y="23317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anticipo ni deuda se vuelve a olvidar. Todo está a la vista.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81144" y="31272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9A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INGRESO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47304" y="137160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03336" y="16276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7" name="Image 2" descr="icon_eyeoff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060" y="1752356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07424" y="1645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sin estar encima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03336" y="23317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 ve todo desde su pantalla, sin perseguir a nadie ni pedir explicaciones.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403336" y="31272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9A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TRANQUILIDAD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2920" y="374904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8952" y="4005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23" name="Image 3" descr="icon_fil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676" y="4129796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acabaron los papelitos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58952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queda apuntado, ordenado y guardado en un solo lugar.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58952" y="55046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9A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ORDEN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325112" y="374904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81144" y="4005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29" name="Image 4" descr="icon_clo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868" y="4129796"/>
            <a:ext cx="317480" cy="317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85232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 su tiempo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4581144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corte del día se hace solo. Usted deja de armar cuentas a mano.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581144" y="55046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9A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TIEMPO LIBRE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147304" y="374904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403336" y="400507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35" name="Image 5" descr="icon_award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060" y="4129796"/>
            <a:ext cx="317480" cy="317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07424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con la verdad</a:t>
            </a:r>
            <a:endParaRPr lang="en-US" sz="1450" dirty="0"/>
          </a:p>
        </p:txBody>
      </p:sp>
      <p:sp>
        <p:nvSpPr>
          <p:cNvPr id="37" name="Text 29"/>
          <p:cNvSpPr/>
          <p:nvPr/>
        </p:nvSpPr>
        <p:spPr>
          <a:xfrm>
            <a:off x="8403336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reportes le dicen quién rinde y quién no — con números, no con cuentos.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8403336" y="55046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9A3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DECISIONES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es complicado? Para nada.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1201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72768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5" name="Image 0" descr="icon_pla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917" y="1689445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2704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gente solo abre el programa y trabaja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0" y="1527048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quien entra con su nombre y contraseña. Pantallas simples, botones claros.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404872"/>
            <a:ext cx="11201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560320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0" name="Image 1" descr="icon_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17" y="2676997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51460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 está segura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126480" y="251460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 guarda en internet, en los servidores de Google. Aunque una computadora se descomponga, no se pierde nada.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392424"/>
            <a:ext cx="11201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54787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15" name="Image 2" descr="icon_monito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17" y="3664549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50215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en cualquier computadora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26480" y="3502152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o Windows, la que ya tenga. No hay que comprar nada especial.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4379976"/>
            <a:ext cx="11201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535424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20" name="Image 3" descr="icon_refresh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17" y="465210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48970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mejora solo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126480" y="4489704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hay mejoras, le llegan solas a todo su equipo. Usted no hace nada.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2920" y="5367528"/>
            <a:ext cx="11201400" cy="841248"/>
          </a:xfrm>
          <a:prstGeom prst="roundRect">
            <a:avLst>
              <a:gd name="adj" fmla="val 141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522976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10215C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25" name="Image 4" descr="icon_user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917" y="5639653"/>
            <a:ext cx="296997" cy="29699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5477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 lo dejamos andando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126480" y="5477256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E5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lo instalamos, capacitamos a su gente y le damos soporte directo.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8229600" cy="8229600"/>
          </a:xfrm>
          <a:prstGeom prst="ellipse">
            <a:avLst/>
          </a:prstGeom>
          <a:solidFill>
            <a:srgbClr val="212E67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023360"/>
            <a:ext cx="6858000" cy="6858000"/>
          </a:xfrm>
          <a:prstGeom prst="ellipse">
            <a:avLst/>
          </a:prstGeom>
          <a:solidFill>
            <a:srgbClr val="1A2A72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120640"/>
            <a:ext cx="3108960" cy="3108960"/>
          </a:xfrm>
          <a:prstGeom prst="ellipse">
            <a:avLst/>
          </a:prstGeom>
          <a:solidFill>
            <a:srgbClr val="09A3EF"/>
          </a:solidFill>
          <a:ln/>
        </p:spPr>
      </p:sp>
      <p:sp>
        <p:nvSpPr>
          <p:cNvPr id="5" name="Shape 3"/>
          <p:cNvSpPr/>
          <p:nvPr/>
        </p:nvSpPr>
        <p:spPr>
          <a:xfrm>
            <a:off x="5413248" y="100584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1887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743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Véalo funcionando con su propio negocio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801368" y="35661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hacemos una demostración en vivo, sin compromiso.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 pone los pedidos de un día normal — y ve todo lo que el sistema le enseña.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87368" y="4663440"/>
            <a:ext cx="4023360" cy="658368"/>
          </a:xfrm>
          <a:prstGeom prst="roundRect">
            <a:avLst>
              <a:gd name="adj" fmla="val 50000"/>
            </a:avLst>
          </a:prstGeom>
          <a:solidFill>
            <a:srgbClr val="09A3EF"/>
          </a:solidFill>
          <a:ln/>
          <a:effectLst>
            <a:outerShdw sx="100000" sy="100000" kx="0" ky="0" algn="bl" rotWithShape="0" blurRad="177800" dist="38100" dir="5400000">
              <a:srgbClr val="10215C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087368" y="46634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academicsolutionsmx@gmail.com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984248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6E7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TAREAS · Academic Solutions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2026-07-24T00:56:18Z</dcterms:created>
  <dcterms:modified xsi:type="dcterms:W3CDTF">2026-07-24T00:56:18Z</dcterms:modified>
</cp:coreProperties>
</file>